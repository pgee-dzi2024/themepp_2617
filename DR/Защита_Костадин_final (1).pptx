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-6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институц</a:t>
            </a:r>
            <a:r>
              <a:rPr lang="bg-BG" dirty="0" smtClean="0">
                <a:highlight>
                  <a:srgbClr val="FFFFFF"/>
                </a:highlight>
              </a:rPr>
              <a:t>ии.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е уеб базирана платформа за видеонаблюдение, която работи директно в браузъра — без инсталация на допълнителен софтуер. Тя предава видео в реално време, автоматично засича движение и уведомява при засечено събитие. </a:t>
            </a:r>
            <a:r>
              <a:rPr lang="ru-RU" smtClean="0"/>
              <a:t>Всичко е разработено при спазване на изискванията на GDPR — с автоматично замъгляване на лица и контролирано съхранение на записите.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Разгледахме няколко протокола — RTSP, HLS, DASH и WebRTC — и накрая избрахме MJPEG over HTTP. Причината е проста: той е лесен за реализация и работи нативно във всички браузъри, без да се налага да инсталираш каквото и да е допълнително. </a:t>
            </a:r>
            <a:r>
              <a:rPr lang="ru-RU" smtClean="0"/>
              <a:t>Това го прави най-подходящото решение за проект, където простотата и надеждността са на първо място.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предава видео на живо и автоматично засича движещи се обекти, като ги маркира с правоъгълници. При засичане се записва снимка и събитието се логва за по-късен преглед. </a:t>
            </a:r>
            <a:r>
              <a:rPr lang="ru-RU" smtClean="0"/>
              <a:t>Достъпът е контролиран чрез потребителски права, а камерите могат да се управляват дистанционно през REST API, който обработва заявките асинхронно — така системата остава отзивчива дори при много едновременни команди.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704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39</cp:revision>
  <dcterms:created xsi:type="dcterms:W3CDTF">2026-05-12T09:25:33Z</dcterms:created>
  <dcterms:modified xsi:type="dcterms:W3CDTF">2026-05-13T06:29:37Z</dcterms:modified>
</cp:coreProperties>
</file>