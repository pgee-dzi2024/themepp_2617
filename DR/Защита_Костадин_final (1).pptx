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photo-1558618666-fcd25c85cd64" ContentType="image/photo-1558618666-fcd25c85cd6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14" autoAdjust="0"/>
  </p:normalViewPr>
  <p:slideViewPr>
    <p:cSldViewPr snapToGrid="0" snapToObjects="1">
      <p:cViewPr varScale="1">
        <p:scale>
          <a:sx n="143" d="100"/>
          <a:sy n="143" d="100"/>
        </p:scale>
        <p:origin x="68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19.5.2026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г-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жо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Директор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комисия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Уважаеми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гости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съм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Костадин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Димитров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Пидов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Темата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моят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дипломен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„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Уеб-базирана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видеонаблюдение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детекция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движение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 —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наблюдение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време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автоматично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откриване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движение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реализирано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Django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OpenCV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sz="1200" kern="120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е уеб базирана платформа за видеонаблюдение, която работи директно в браузъра — без инсталация на допълнителен софтуер. Тя предава видео в реално време, автоматично засича движение и уведомява при засечено събитие. </a:t>
            </a:r>
            <a:r>
              <a:rPr lang="ru-RU" smtClean="0"/>
              <a:t>Всичко е разработено при спазване на изискванията на GDPR — с автоматично замъгляване на лица и контролирано съхранение на записите.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Разгледахме няколко протокола — RTSP, HLS, DASH и WebRTC — и накрая избрахме MJPEG over HTTP. Причината е проста: той е лесен за реализация и работи нативно във всички браузъри, без да се налага да инсталираш каквото и да е допълнително. </a:t>
            </a:r>
            <a:r>
              <a:rPr lang="ru-RU" smtClean="0"/>
              <a:t>Това го прави най-подходящото решение за проект, където простотата и надеждността са на първо място.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Алгоритъмът за детекция на движение работи на принципа frame differencing, при който всеки нов кадър се сравнява с предишния. Чрез Gaussian blur и thresholding се филтрират малките промени и се открояват само зоните с реално движение.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 smtClean="0">
                <a:highlight>
                  <a:srgbClr val="FFFFFF"/>
                </a:highlight>
              </a:rPr>
              <a:t>Камерата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подава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кадри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към</a:t>
            </a:r>
            <a:r>
              <a:rPr lang="en-US" dirty="0" smtClean="0">
                <a:highlight>
                  <a:srgbClr val="FFFFFF"/>
                </a:highlight>
              </a:rPr>
              <a:t> Django, </a:t>
            </a:r>
            <a:r>
              <a:rPr lang="en-US" dirty="0" err="1" smtClean="0">
                <a:highlight>
                  <a:srgbClr val="FFFFFF"/>
                </a:highlight>
              </a:rPr>
              <a:t>OpenCV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ги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обработва</a:t>
            </a:r>
            <a:r>
              <a:rPr lang="en-US" dirty="0" smtClean="0">
                <a:highlight>
                  <a:srgbClr val="FFFFFF"/>
                </a:highlight>
              </a:rPr>
              <a:t> и </a:t>
            </a:r>
            <a:r>
              <a:rPr lang="en-US" dirty="0" err="1" smtClean="0">
                <a:highlight>
                  <a:srgbClr val="FFFFFF"/>
                </a:highlight>
              </a:rPr>
              <a:t>резултатът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се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предава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към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браузъра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чрез</a:t>
            </a:r>
            <a:r>
              <a:rPr lang="en-US" dirty="0" smtClean="0">
                <a:highlight>
                  <a:srgbClr val="FFFFFF"/>
                </a:highlight>
              </a:rPr>
              <a:t> MJPEG. </a:t>
            </a:r>
            <a:r>
              <a:rPr lang="en-US" dirty="0" err="1" smtClean="0">
                <a:highlight>
                  <a:srgbClr val="FFFFFF"/>
                </a:highlight>
              </a:rPr>
              <a:t>При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засечено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движение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събитието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се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записва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автоматично</a:t>
            </a:r>
            <a:r>
              <a:rPr lang="en-US" dirty="0" smtClean="0">
                <a:highlight>
                  <a:srgbClr val="FFFFFF"/>
                </a:highlight>
              </a:rPr>
              <a:t> в </a:t>
            </a:r>
            <a:r>
              <a:rPr lang="en-US" dirty="0" err="1" smtClean="0">
                <a:highlight>
                  <a:srgbClr val="FFFFFF"/>
                </a:highlight>
              </a:rPr>
              <a:t>MariaDB</a:t>
            </a:r>
            <a:r>
              <a:rPr lang="en-US" dirty="0" smtClean="0">
                <a:highlight>
                  <a:srgbClr val="FFFFFF"/>
                </a:highlight>
              </a:rPr>
              <a:t>. </a:t>
            </a:r>
            <a:r>
              <a:rPr lang="en-US" dirty="0" err="1" smtClean="0">
                <a:highlight>
                  <a:srgbClr val="FFFFFF"/>
                </a:highlight>
              </a:rPr>
              <a:t>Целият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процес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се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осъществява</a:t>
            </a:r>
            <a:r>
              <a:rPr lang="en-US" dirty="0" smtClean="0">
                <a:highlight>
                  <a:srgbClr val="FFFFFF"/>
                </a:highlight>
              </a:rPr>
              <a:t> с </a:t>
            </a:r>
            <a:r>
              <a:rPr lang="en-US" dirty="0" err="1" smtClean="0">
                <a:highlight>
                  <a:srgbClr val="FFFFFF"/>
                </a:highlight>
              </a:rPr>
              <a:t>минимално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закъснение</a:t>
            </a:r>
            <a:r>
              <a:rPr lang="en-US" dirty="0" smtClean="0">
                <a:highlight>
                  <a:srgbClr val="FFFFFF"/>
                </a:highlight>
              </a:rPr>
              <a:t> и </a:t>
            </a:r>
            <a:r>
              <a:rPr lang="en-US" dirty="0" err="1" smtClean="0">
                <a:highlight>
                  <a:srgbClr val="FFFFFF"/>
                </a:highlight>
              </a:rPr>
              <a:t>без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намеса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от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страна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на</a:t>
            </a:r>
            <a:r>
              <a:rPr lang="en-US" dirty="0" smtClean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потребителя</a:t>
            </a:r>
            <a:r>
              <a:rPr lang="en-US" dirty="0" smtClean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предоставя видеопоток в реално време, който се визуализира директно в браузъра. При засечено движение автоматично се записва снимка и събитието се логва в базата данни. Достъпът до системата е защитен чрез управление на потребителски права, а камерите се управляват асинхронно чрез REST API.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За backend съм използвал Django заедно с OpenCV, а данните се пазят в MariaDB през Django ORM — имам два модела, единият за камерите, другият за засечените събития. За frontend съм избрал Bootstrap 5 с AJAX, за да може потокът и събитията да се виждат на живо без презареждане. </a:t>
            </a:r>
            <a:r>
              <a:rPr lang="ru-RU" smtClean="0"/>
              <a:t>Двата слоя говорят помежду си само през REST API, което ги прави независими и лесни за надграждане.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Разработих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работеща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уеб-базирано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видеонаблюдение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която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достъпна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директно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браузър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допълнителен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В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бъдеще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планирам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я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разширя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ML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детекция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WebRTC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поддръжка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множество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камери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едновременно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Смятам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доказва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отворен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съвременни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технологии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се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изгради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надеждна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функционална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скъпи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лицензи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smtClean="0">
                <a:effectLst/>
              </a:rPr>
              <a:t>Claude responded: GDPR е европейски закон за защита на личните данни.</a:t>
            </a:r>
          </a:p>
          <a:p>
            <a:r>
              <a:rPr lang="ru-RU" b="1" dirty="0" smtClean="0">
                <a:effectLst/>
              </a:rPr>
              <a:t>GDPR</a:t>
            </a:r>
            <a:r>
              <a:rPr lang="ru-RU" dirty="0" smtClean="0">
                <a:effectLst/>
              </a:rPr>
              <a:t> е европейски закон за защита на личните данни. При видеонаблюдение задължава системата да уведомява наблюдаваните лица, да ограничава достъпа и да не съхранява записите по-дълго от необходимото.</a:t>
            </a:r>
          </a:p>
          <a:p>
            <a:r>
              <a:rPr lang="ru-RU" b="1" dirty="0" smtClean="0"/>
              <a:t>REST API</a:t>
            </a:r>
            <a:r>
              <a:rPr lang="ru-RU" dirty="0" smtClean="0"/>
              <a:t> е начин за комуникация между браузъра и сървъра чрез HTTP заявки. В твоя проект браузърът изпраща заявки към Django, за да управлява камерите и събитията без да презарежда страницата.</a:t>
            </a:r>
          </a:p>
          <a:p>
            <a:r>
              <a:rPr lang="ru-RU" b="1" dirty="0" smtClean="0"/>
              <a:t>WebRTC</a:t>
            </a:r>
            <a:r>
              <a:rPr lang="ru-RU" dirty="0" smtClean="0"/>
              <a:t> е технология за директна комуникация между браузъри в реално време с много ниско закъснение. Използва се в Zoom и Google Meet. В твоя проект е посочена като бъдещо подобрение, тъй като е по-сложна за реализация.</a:t>
            </a:r>
          </a:p>
          <a:p>
            <a:r>
              <a:rPr lang="ru-RU" b="1" dirty="0" smtClean="0"/>
              <a:t>Frame Differencing</a:t>
            </a:r>
            <a:r>
              <a:rPr lang="ru-RU" dirty="0" smtClean="0"/>
              <a:t> е алгоритъм за засичане на движение, при който всеки нов кадър се сравнява с предишния. Където пикселите се различават значително, там се приема че има движение и обектът се маркира с правоъгълна рамка.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  <p:pic>
        <p:nvPicPr>
          <p:cNvPr id="2050" name="Picture 2" descr="Digital Transformation No Longer Optional for Nigerian Businesses – PPC –  PPC Limite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772" y="868680"/>
            <a:ext cx="4142772" cy="3566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  <p:pic>
        <p:nvPicPr>
          <p:cNvPr id="2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19725" y="841248"/>
            <a:ext cx="2942627" cy="3566160"/>
          </a:xfrm>
          <a:prstGeom prst="rect">
            <a:avLst/>
          </a:prstGeom>
        </p:spPr>
      </p:pic>
      <p:pic>
        <p:nvPicPr>
          <p:cNvPr id="25" name="Picture 2" descr="Digital, data and technology - National Highway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9725" y="822960"/>
            <a:ext cx="4431667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  <p:pic>
        <p:nvPicPr>
          <p:cNvPr id="3074" name="Picture 2" descr="What is Digital Transformation and Why is it important? | Emeritus Indi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440" y="896683"/>
            <a:ext cx="4160520" cy="378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907</Words>
  <Application>Microsoft Office PowerPoint</Application>
  <PresentationFormat>On-screen Show (16:9)</PresentationFormat>
  <Paragraphs>151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46</cp:revision>
  <dcterms:created xsi:type="dcterms:W3CDTF">2026-05-12T09:25:33Z</dcterms:created>
  <dcterms:modified xsi:type="dcterms:W3CDTF">2026-05-19T10:10:43Z</dcterms:modified>
</cp:coreProperties>
</file>