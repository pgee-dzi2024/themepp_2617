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-6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институции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Разработване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автоматична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съобразеност</a:t>
            </a:r>
            <a:r>
              <a:rPr lang="en-US" dirty="0">
                <a:highlight>
                  <a:srgbClr val="FFFFFF"/>
                </a:highlight>
              </a:rPr>
              <a:t> с GDPR. Системата </a:t>
            </a:r>
            <a:r>
              <a:rPr lang="en-US" dirty="0" err="1">
                <a:highlight>
                  <a:srgbClr val="FFFFFF"/>
                </a:highlight>
              </a:rPr>
              <a:t>трябва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бъде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напълно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инсталация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клиентски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предава видео на живо и автоматично засича движещи се обекти, като ги маркира с правоъгълници. При засичане се записва снимка и събитието се логва за по-късен преглед. </a:t>
            </a:r>
            <a:r>
              <a:rPr lang="ru-RU" smtClean="0"/>
              <a:t>Достъпът е контролиран чрез потребителски права, а камерите могат да се управляват дистанционно през REST API, който обработва заявките асинхронно — така системата остава отзивчива дори при много едновременни команди.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Backend: Django, OpenCV и Django ORM с модели CameraSource и MotionEvent в MariaDB. Frontend: Bootstrap 5 и AJAX за визуализация на потока и преглед на събитията. Двата слоя комуникират чрез REST API, което осигурява чисто разделение на отговорностите и лесна разширяемост.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520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35</cp:revision>
  <dcterms:created xsi:type="dcterms:W3CDTF">2026-05-12T09:25:33Z</dcterms:created>
  <dcterms:modified xsi:type="dcterms:W3CDTF">2026-05-13T06:17:49Z</dcterms:modified>
</cp:coreProperties>
</file>