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13.5.2026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институц</a:t>
            </a:r>
            <a:r>
              <a:rPr lang="bg-BG" dirty="0" smtClean="0">
                <a:highlight>
                  <a:srgbClr val="FFFFFF"/>
                </a:highlight>
              </a:rPr>
              <a:t>ии.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Разработване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видеопоток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реално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време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автоматична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съобразеност</a:t>
            </a:r>
            <a:r>
              <a:rPr lang="en-US" dirty="0">
                <a:highlight>
                  <a:srgbClr val="FFFFFF"/>
                </a:highlight>
              </a:rPr>
              <a:t> с GDPR. Системата </a:t>
            </a:r>
            <a:r>
              <a:rPr lang="en-US" dirty="0" err="1">
                <a:highlight>
                  <a:srgbClr val="FFFFFF"/>
                </a:highlight>
              </a:rPr>
              <a:t>трябва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бъде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напълно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функционална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инсталация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клиентски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След </a:t>
            </a:r>
            <a:r>
              <a:rPr lang="en-US" dirty="0" err="1">
                <a:highlight>
                  <a:srgbClr val="FFFFFF"/>
                </a:highlight>
              </a:rPr>
              <a:t>анализ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RTSP, HLS, DASH и WebRTC е </a:t>
            </a:r>
            <a:r>
              <a:rPr lang="en-US" dirty="0" err="1">
                <a:highlight>
                  <a:srgbClr val="FFFFFF"/>
                </a:highlight>
              </a:rPr>
              <a:t>избран</a:t>
            </a:r>
            <a:r>
              <a:rPr lang="en-US" dirty="0">
                <a:highlight>
                  <a:srgbClr val="FFFFFF"/>
                </a:highlight>
              </a:rPr>
              <a:t> MJPEG over HTTP — </a:t>
            </a:r>
            <a:r>
              <a:rPr lang="en-US" dirty="0" err="1">
                <a:highlight>
                  <a:srgbClr val="FFFFFF"/>
                </a:highlight>
              </a:rPr>
              <a:t>прост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реализация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нативно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поддържан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всички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зависимости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оптималното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решение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проект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приоритет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простотата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надеждността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differencing започва с преобразуване на кадъра в сива скала и Gaussian blur (21×21), за да се премахне шумът и да се ускори обработката. След това се изчислява абсолютната разлика между два последователни кадъра, резултатът се бинаризира чрез thresholding и се търсят контури по светлите области. 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около достатъчно големите контури се чертаят bounding boxes в реалния кадър, маркирайки движещите се обекти — всичко това само с пикселна аритметика, без ML модели, което го прави изключително лек за слаб хардуер.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предава видео на живо и автоматично засича движещи се обекти, като ги маркира с правоъгълници. При засичане се записва снимка и събитието се логва за по-късен преглед. </a:t>
            </a:r>
            <a:r>
              <a:rPr lang="ru-RU" smtClean="0"/>
              <a:t>Достъпът е контролиран чрез потребителски права, а камерите могат да се управляват дистанционно през REST API, който обработва заявките асинхронно — така системата остава отзивчива дори при много едновременни </a:t>
            </a:r>
            <a:r>
              <a:rPr lang="ru-RU" smtClean="0"/>
              <a:t>команди.</a:t>
            </a:r>
            <a:endParaRPr lang="ru-RU" smtClean="0"/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Backend: Django, OpenCV и Django ORM с модели CameraSource и MotionEvent в MariaDB. Frontend: Bootstrap 5 и AJAX за визуализация на потока и преглед на събитията. Двата слоя комуникират чрез REST API, което осигурява чисто разделение на отговорностите и лесна разширяемост.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Създадена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работеща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уеб-базирано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браузъра</a:t>
            </a:r>
            <a:r>
              <a:rPr lang="en-US" dirty="0">
                <a:highlight>
                  <a:srgbClr val="FFFFFF"/>
                </a:highlight>
              </a:rPr>
              <a:t>. В </a:t>
            </a:r>
            <a:r>
              <a:rPr lang="en-US" dirty="0" err="1">
                <a:highlight>
                  <a:srgbClr val="FFFFFF"/>
                </a:highlight>
              </a:rPr>
              <a:t>бъдеще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разшири</a:t>
            </a:r>
            <a:r>
              <a:rPr lang="en-US" dirty="0">
                <a:highlight>
                  <a:srgbClr val="FFFFFF"/>
                </a:highlight>
              </a:rPr>
              <a:t> с ML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, WebRTC и </a:t>
            </a:r>
            <a:r>
              <a:rPr lang="en-US" dirty="0" err="1">
                <a:highlight>
                  <a:srgbClr val="FFFFFF"/>
                </a:highlight>
              </a:rPr>
              <a:t>поддържка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множество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. Проектът </a:t>
            </a:r>
            <a:r>
              <a:rPr lang="en-US" dirty="0" err="1">
                <a:highlight>
                  <a:srgbClr val="FFFFFF"/>
                </a:highlight>
              </a:rPr>
              <a:t>доказва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че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отворен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код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съвременни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технологии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изгради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скъпи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лицензи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pic>
        <p:nvPicPr>
          <p:cNvPr id="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914400"/>
            <a:ext cx="3794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520</Words>
  <Application>Microsoft Office PowerPoint</Application>
  <PresentationFormat>On-screen Show (16:9)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36</cp:revision>
  <dcterms:created xsi:type="dcterms:W3CDTF">2026-05-12T09:25:33Z</dcterms:created>
  <dcterms:modified xsi:type="dcterms:W3CDTF">2026-05-13T06:18:24Z</dcterms:modified>
</cp:coreProperties>
</file>