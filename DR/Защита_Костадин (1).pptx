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58618666-fcd25c85cd64" ContentType="image/photo-1558618666-fcd25c85cd64"/>
  <Default Extension="photo-1617802690658-1173a812650d" ContentType="image/photo-1617802690658-1173a812650d"/>
  <Default Extension="photo-1563013544-824ae1b704d3" ContentType="image/photo-1563013544-824ae1b704d3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558618666-fcd25c85cd64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hoto-1617802690658-1173a812650d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hoto-1563013544-824ae1b704d3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ДЪРЖАВЕН ИЗПИТ ЗА ПРИДОБИВАНЕ НА ТРЕТА СТЕПЕН НА ПРОФЕСИОНАЛНА КВАЛИФИКАЦИЯ – ЧАСТ ПО ТЕОРИЯ НА ПРОФЕСИЯТА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123444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E863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61872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Уеб-базирана система за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видеонаблюдение с детекция на движение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приложение за наблюдение в реално време с автоматично откриване на движение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1463040" cy="347472"/>
          </a:xfrm>
          <a:prstGeom prst="rect">
            <a:avLst>
              <a:gd name="adj" fmla="val 13158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3246120"/>
            <a:ext cx="1463040" cy="347472"/>
          </a:xfrm>
          <a:prstGeom prst="rect">
            <a:avLst>
              <a:gd name="adj" fmla="val 13158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85616" y="3246120"/>
            <a:ext cx="1463040" cy="347472"/>
          </a:xfrm>
          <a:prstGeom prst="rect">
            <a:avLst>
              <a:gd name="adj" fmla="val 13158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9824" y="3246120"/>
            <a:ext cx="1463040" cy="347472"/>
          </a:xfrm>
          <a:prstGeom prst="rect">
            <a:avLst>
              <a:gd name="adj" fmla="val 13158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9824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14032" y="3246120"/>
            <a:ext cx="1463040" cy="347472"/>
          </a:xfrm>
          <a:prstGeom prst="rect">
            <a:avLst>
              <a:gd name="adj" fmla="val 13158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Дипломант: Костадин Димитров Пидов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Въведение</a:t>
            </a:r>
            <a:endParaRPr lang="en-US" sz="2400" dirty="0"/>
          </a:p>
        </p:txBody>
      </p:sp>
      <p:pic>
        <p:nvPicPr>
          <p:cNvPr id="4" name="Image 0" descr="https://images.unsplash.com/photo-1558618666-fcd25c85cd64?w=6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393192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80560" y="914400"/>
            <a:ext cx="54864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Широко приложение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63440" y="12618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Системите за видеонаблюдение са неизменна част от съвременната сигурност.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2103120"/>
            <a:ext cx="54864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2103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Достъп без инсталация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63440" y="24505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технологиите позволяват достъп директно в браузъра.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3291840"/>
            <a:ext cx="54864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3291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допълнителен хардуер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63440" y="3639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се изисква специализиран клиентски софтуер или хардуер.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 на проекта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801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Видеопоток в реално време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 на живо директно в браузъра без закъснение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97480" cy="3291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2801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на движение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засичане и маркиране на движещи се обекти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69748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2801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съобразеност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на личните данни съгласно европейското законодателство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Използвани технологии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50876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Основен език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1508760"/>
          </a:xfrm>
          <a:prstGeom prst="rect">
            <a:avLst/>
          </a:prstGeom>
          <a:solidFill>
            <a:srgbClr val="092E20"/>
          </a:solidFill>
          <a:ln w="12700">
            <a:solidFill>
              <a:srgbClr val="092E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фреймуърк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005840"/>
            <a:ext cx="2651760" cy="1508760"/>
          </a:xfrm>
          <a:prstGeom prst="rect">
            <a:avLst/>
          </a:prstGeom>
          <a:solidFill>
            <a:srgbClr val="A30000"/>
          </a:solidFill>
          <a:ln w="12700">
            <a:solidFill>
              <a:srgbClr val="A3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2651760" cy="150876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743200"/>
            <a:ext cx="2651760" cy="1508760"/>
          </a:xfrm>
          <a:prstGeom prst="rect">
            <a:avLst/>
          </a:prstGeom>
          <a:solidFill>
            <a:srgbClr val="00618A"/>
          </a:solidFill>
          <a:ln w="12700">
            <a:solidFill>
              <a:srgbClr val="0061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MySQL/MariaDB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2743200"/>
            <a:ext cx="2651760" cy="1508760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Стрийминг протоколи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28600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960120"/>
            <a:ext cx="30175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960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Предимство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960120"/>
            <a:ext cx="283464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960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Недостатък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173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417320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4173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Ниска латентност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41732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4173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Изисква специален плейър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130552"/>
            <a:ext cx="228600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305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2130552"/>
            <a:ext cx="301752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1305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Широка поддръжка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130552"/>
            <a:ext cx="28346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13055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латентност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843784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437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0" y="284378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8437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Реално време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284378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8437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Сложна имплементация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557016"/>
            <a:ext cx="228600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570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0" y="3557016"/>
            <a:ext cx="30175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35570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Прост, нативен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3557016"/>
            <a:ext cx="283464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55701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По-голям bandwidth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" y="4343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Избран протокол: MJPEG over HTTP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Алгоритъм за детекция на движение</a:t>
            </a:r>
            <a:endParaRPr lang="en-US" sz="2400" dirty="0"/>
          </a:p>
        </p:txBody>
      </p:sp>
      <p:pic>
        <p:nvPicPr>
          <p:cNvPr id="4" name="Image 0" descr="https://images.unsplash.com/photo-1617802690658-1173a812650d?w=6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914400"/>
            <a:ext cx="37947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978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преобразуване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572768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15910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 (21×21)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2185416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2203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absdiff между кадри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" y="2798064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28163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" y="3410712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3429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Намиране на контури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0040" y="4023360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" y="4041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в реално време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работи приложението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 кадри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64208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47672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47672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93392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93392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получава stream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12464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58184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58184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обработва кадри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93792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77256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77256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22976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22976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изпраща към браузър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58584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42048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42048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87768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87768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записва събития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023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засечено движение → събитието се записва автоматично в MariaDB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 функционалности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33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24712" y="12161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Видеопоток в реално време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1033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🟩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559552" y="12161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с bounding boxes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2267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24712" y="24505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 на снимки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64608" y="2267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559552" y="24505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Логване на събития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3502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24712" y="3685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на потребителски права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3502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59552" y="3685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за управление на камерите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и Frontend архитектура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Django + OpenCV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Django 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Модел CameraSource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Модел MotionEvent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MariaDB база данни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Bootstrap 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JavaScript / AJAX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6060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Визуализация на потока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1089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Преглед на събитията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Асинхронно управление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400" dirty="0"/>
          </a:p>
        </p:txBody>
      </p:sp>
      <p:pic>
        <p:nvPicPr>
          <p:cNvPr id="4" name="Image 0" descr="https://images.unsplash.com/photo-1563013544-824ae1b704d3?w=6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914400"/>
            <a:ext cx="397764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0058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Постигнато: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" y="1508760"/>
            <a:ext cx="73152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5270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Работеща система за уеб-базирано видеонаблюдение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0040" y="2130552"/>
            <a:ext cx="73152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1488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Достъпна директно в браузъра без допълнителен софтуер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" y="2752344"/>
            <a:ext cx="73152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7706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Автоматична детекция и логване на движение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31546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Бъдещо развитие: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61188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Machine Learning детекция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95935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WebRTC поддръжка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30682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Множество камери едновременно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Благодаря Ви за вниманието!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Костадин Димитров Пидов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Уеб-базирана система за видеонаблюдение с детекция на движение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2026-05-12T09:25:33Z</dcterms:created>
  <dcterms:modified xsi:type="dcterms:W3CDTF">2026-05-12T09:25:33Z</dcterms:modified>
</cp:coreProperties>
</file>